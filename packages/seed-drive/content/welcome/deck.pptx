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a084a28ca5c4657" /><Relationship Type="http://schemas.openxmlformats.org/officeDocument/2006/relationships/extended-properties" Target="/docProps/app.xml" Id="Rd2e9ee29f6c34881" /><Relationship Type="http://schemas.openxmlformats.org/officeDocument/2006/relationships/officeDocument" Target="/ppt/presentation.xml" Id="R886c9e16041a47a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6121731b916400b"/>
  </p:sldMasterIdLst>
  <p:notesMasterIdLst>
    <p:notesMasterId xmlns:r="http://schemas.openxmlformats.org/officeDocument/2006/relationships" r:id="R1ebed77efdda456c"/>
  </p:notesMasterIdLst>
  <p:sldIdLst>
    <p:sldId xmlns:r="http://schemas.openxmlformats.org/officeDocument/2006/relationships" id="256" r:id="R2d071ee5628f41c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7a1c491477e458e" /><Relationship Type="http://schemas.openxmlformats.org/officeDocument/2006/relationships/slideMaster" Target="/ppt/slideMasters/slideMaster1.xml" Id="Rb6121731b916400b" /><Relationship Type="http://schemas.openxmlformats.org/officeDocument/2006/relationships/notesMaster" Target="/ppt/notesMasters/notesMaster1.xml" Id="R1ebed77efdda456c" /><Relationship Type="http://schemas.openxmlformats.org/officeDocument/2006/relationships/presProps" Target="/ppt/presProps.xml" Id="Rbeb8c0e4e66b4b71" /><Relationship Type="http://schemas.openxmlformats.org/officeDocument/2006/relationships/tableStyles" Target="/ppt/tableStyles.xml" Id="Rcededacf6bd04001" /><Relationship Type="http://schemas.openxmlformats.org/officeDocument/2006/relationships/slide" Target="/ppt/slides/slide1.xml" Id="R2d071ee5628f41c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81276963b894f6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8b27553b15247ff" /><Relationship Type="http://schemas.openxmlformats.org/officeDocument/2006/relationships/notesMaster" Target="/ppt/notesMasters/notesMaster1.xml" Id="Re5030afb88dd4bd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8305a1fe8f49c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c4fda580a4c4265" /><Relationship Type="http://schemas.openxmlformats.org/officeDocument/2006/relationships/slideLayout" Target="/ppt/slideLayouts/slideLayout1.xml" Id="Rf22d36a734b6425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22d36a734b6425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ead37d49ad45ad" /><Relationship Type="http://schemas.openxmlformats.org/officeDocument/2006/relationships/notesSlide" Target="/ppt/notesSlides/notesSlide1.xml" Id="Re53a867808a54b8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6F5B54EE-8677-494C-8137-EC9946E63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t>A SMALL WORKSPACE TOUR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AE6A638-2329-461C-9778-B95B7AC1B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Make this drive
your own.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31C005A4-B7F0-46FE-AF46-2B955C532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6858000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Open files, ask an agent for help, or launch the hello app.</a:t>
            </a:r>
          </a:p>
        </p:txBody>
      </p:sp>
    </p:spTree>
    <p:extLst>
      <p:ext uri="{BB962C8B-B14F-4D97-AF65-F5344CB8AC3E}">
        <p14:creationId xmlns:p14="http://schemas.microsoft.com/office/powerpoint/2010/main" val="18287537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2026-07-16T09:22:56.2960000Z</dcterms:created>
  <dcterms:modified xsi:type="dcterms:W3CDTF">2026-07-16T09:22:56.2960000Z</dcterms:modified>
</coreProperties>
</file>