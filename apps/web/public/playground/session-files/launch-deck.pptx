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143000"/>
            <a:ext cx="1024128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8FAFC"/>
                </a:solidFill>
              </a:defRPr>
            </a:pPr>
            <a:r>
              <a:t>A more beautiful handoff</a:t>
            </a:r>
          </a:p>
          <a:p>
            <a:pPr>
              <a:spcBef>
                <a:spcPts val="2200"/>
              </a:spcBef>
              <a:defRPr sz="2000">
                <a:solidFill>
                  <a:srgbClr val="94A3B8"/>
                </a:solidFill>
              </a:defRPr>
            </a:pPr>
            <a:r>
              <a:t>Files open where the conversation happens.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100584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Preview principles</a:t>
            </a:r>
          </a:p>
          <a:p>
            <a:pPr>
              <a:spcBef>
                <a:spcPts val="1600"/>
              </a:spcBef>
              <a:defRPr sz="2200"/>
            </a:pPr>
            <a:r>
              <a:t>Stay in context</a:t>
            </a:r>
          </a:p>
          <a:p>
            <a:pPr>
              <a:spcBef>
                <a:spcPts val="1600"/>
              </a:spcBef>
              <a:defRPr sz="2200"/>
            </a:pPr>
            <a:r>
              <a:t>Preserve fidelity</a:t>
            </a:r>
          </a:p>
          <a:p>
            <a:pPr>
              <a:spcBef>
                <a:spcPts val="1600"/>
              </a:spcBef>
              <a:defRPr sz="2200"/>
            </a:pPr>
            <a:r>
              <a:t>Fail gracefully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